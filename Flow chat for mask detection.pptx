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D399-7209-67A8-D71F-4E8A90F6C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A96C4-984E-0BD5-3595-BDE1F09E8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A7B61-5EDB-984D-9CDC-A0771AE8C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ADF37-CFA3-93BD-F346-F2028170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D7C4D-5292-2750-9E3A-D72A2674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7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B673-D5DB-79DF-3D97-F59DD3BD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DAFB0-B2EE-08D3-D579-934FA8C00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72709-3E22-E469-715C-7B426B53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E3863-65A0-C11E-4C9C-95119F5C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2FBFF-0A18-8A65-FD51-94DA4DE9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0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265E1-CA4C-2A22-04FE-4BF2E7462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728E7-A27B-EDC6-3061-8CC2B3B99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ABA8C-91E8-D89B-DE90-BA37B7C12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0F35-4D81-B3A6-26F2-E41424AD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61CE3-5B14-0CD5-3B53-8281047EC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2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2A23-9564-289C-F5AE-9971841F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EADB4-6254-248D-8DDB-2DC51D362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7987B-9FF4-2498-4BDA-625E778E9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14677-A04C-2C9D-8117-2F2739F2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D264F-780F-EA44-F1A3-517EB0D18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2B7F5-98EB-7DED-D507-88D90143B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6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ED04-546E-9EBE-7A52-3A0BFDD0A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6A673-30A0-FA6E-F8C6-BFE7B5E7B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9C992-7E67-BDA0-C75F-29C0269BF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CC757-E4EE-D4F0-F8AB-335953DDC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20588-57C1-7108-93C0-F3D6CBF51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9D25AD-5D6A-5AE0-61E9-54BED44E9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1F2B8-F4CE-0223-5516-A9BFD43F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106950-3C49-72F5-76CF-EDC2C7D8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0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1730-C01D-620C-8466-073EA0FB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E80B2-E8EA-4AAB-4D85-A3FE5F41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78D03-1222-8A56-78A1-7D632C95B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AE038-9EA8-0BA2-20BB-E555797F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57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27DE5-3B0F-764C-BA0B-E868C765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4D80E7-695E-EC41-0C9B-87C094F7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002A4-1D75-4292-23EF-5F3C963E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18DF-A3EA-187F-884D-3EC797B4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2FA8-E10F-61E6-1B6D-19D41568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EA320-ABA8-80C1-04E9-8276ED09E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57B96-DB2C-BE06-B28F-30D3024E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E2B8A-0F38-91C9-DFE8-72BC7D12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9284E-4460-6967-5817-F105DCE9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0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56A3-FD35-7A6C-7902-9805FC62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CC07AE-7067-22A4-7959-8D10BAD93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2FBDE-B0D9-168A-298E-A5AED71C5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7A52-7FC6-E7C1-D664-E48F940CF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177B3-F382-E84E-3548-318106DB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01D34-56F1-5762-A071-5EC48944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2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3901-EEB1-4733-08E0-6ECF4B29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8BB67-0251-8CFC-FA44-FAC2E4F83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F11FC-04E3-94E3-9740-30055663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42F26-3A31-AA7E-2AEA-8E039AA5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A65AC-4080-BD41-AC34-BD0FA497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0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5FCD2-BA19-126E-038E-50BE61708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84B11-6CB4-E259-0623-D76ACFB92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3E9FA-4FDF-B82C-5B6B-A9EE806D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326F9-0C3D-7B4E-A190-C0BDD2B8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5661-9F75-6B93-6A76-E2190EEA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3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681F5-2553-CA37-EF2E-B8B8FC6F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D082A-7240-AAC9-BCD1-B340E780A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E9007-B2CC-FEEB-BD99-AB4F05AC3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ECCE76-A6E3-4AD5-9399-F5528B829E1B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CF735-18BD-2967-7D4C-890066460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0D250-1D32-DE77-0AC0-37FF1D8FF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E5ACF-29C8-41DD-9E1C-EE13A8E72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4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E28A-8C62-2BA0-470F-E0DA0683CE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Flow chat for mask detection</a:t>
            </a:r>
            <a:br>
              <a:rPr lang="en-US" dirty="0"/>
            </a:br>
            <a:r>
              <a:rPr lang="en-US" dirty="0"/>
              <a:t>BY</a:t>
            </a:r>
            <a:br>
              <a:rPr lang="en-US" dirty="0"/>
            </a:br>
            <a:r>
              <a:rPr lang="en-US" dirty="0"/>
              <a:t>                       MUTHUKUMARAN </a:t>
            </a:r>
          </a:p>
        </p:txBody>
      </p:sp>
    </p:spTree>
    <p:extLst>
      <p:ext uri="{BB962C8B-B14F-4D97-AF65-F5344CB8AC3E}">
        <p14:creationId xmlns:p14="http://schemas.microsoft.com/office/powerpoint/2010/main" val="888072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0DB4-99D0-D0D0-EF60-01446A25C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of mask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E6A052-FBC5-A3E3-684B-636B85EE4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5914" y="239486"/>
            <a:ext cx="5355771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88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41BD7-0F03-B4F5-0178-B82332CA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1.Overall Architecture of Your Face Mask Detection System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0B1A75-2BC1-65AD-2904-67629C91A6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7515" y="1589314"/>
            <a:ext cx="6226628" cy="526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92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AC45-2F07-8659-C20B-618BD39D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Layer-Wise Deep Learning Architecture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B9E8ED-756C-0BB6-602F-386789515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0" y="1001486"/>
            <a:ext cx="4713514" cy="575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70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F82B-696C-83FE-F82F-94237602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3.Easy Explanation of Each Code Block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5C7499-BF5F-59B8-99F7-3C0940470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5256" y="990600"/>
            <a:ext cx="477883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37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30672C-18F8-9B80-A0BD-DB4485C3A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4829" y="0"/>
            <a:ext cx="45937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92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5AAF88-846B-3ED7-F331-70E01138C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4171" y="76200"/>
            <a:ext cx="5050972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D8FDC2F0-5409-D283-D07F-19518BF2D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7714" y="664029"/>
            <a:ext cx="4288972" cy="606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97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D8155-CCB0-ADB4-95DB-636330E6E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Thank</a:t>
            </a:r>
          </a:p>
          <a:p>
            <a:pPr marL="0" indent="0">
              <a:buNone/>
            </a:pPr>
            <a:r>
              <a:rPr lang="en-US" sz="4000" dirty="0"/>
              <a:t>     you…..</a:t>
            </a:r>
          </a:p>
        </p:txBody>
      </p:sp>
    </p:spTree>
    <p:extLst>
      <p:ext uri="{BB962C8B-B14F-4D97-AF65-F5344CB8AC3E}">
        <p14:creationId xmlns:p14="http://schemas.microsoft.com/office/powerpoint/2010/main" val="491869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43</Words>
  <Application>Microsoft Office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Flow chat for mask detection BY                        MUTHUKUMARAN </vt:lpstr>
      <vt:lpstr>Image of mask </vt:lpstr>
      <vt:lpstr>1.Overall Architecture of Your Face Mask Detection System</vt:lpstr>
      <vt:lpstr>2. Layer-Wise Deep Learning Architecture Diagram</vt:lpstr>
      <vt:lpstr>3.Easy Explanation of Each Code Block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MuthuKumaran Magizh</dc:creator>
  <cp:lastModifiedBy>MuthuKumaran Magizh</cp:lastModifiedBy>
  <cp:revision>1</cp:revision>
  <dcterms:created xsi:type="dcterms:W3CDTF">2026-02-18T16:22:59Z</dcterms:created>
  <dcterms:modified xsi:type="dcterms:W3CDTF">2026-02-18T16:45:12Z</dcterms:modified>
</cp:coreProperties>
</file>